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415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78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217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381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059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265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254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86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627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695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21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5006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30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55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20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155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688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A0692-A8C2-46DC-9657-D83A1E99300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D5332-D4E6-4F8F-9004-EC8E7854E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23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E4DF8-B0AD-451F-8DAD-7D2AE9D14E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Title:</a:t>
            </a:r>
            <a:br>
              <a:rPr lang="en-US" b="1" dirty="0"/>
            </a:br>
            <a:r>
              <a:rPr lang="en-US" dirty="0"/>
              <a:t> Fashion MNIST Classification with ANN and CNN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97D01-23C7-4BE2-BEBF-BC95311B2F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Subtitle:</a:t>
            </a:r>
          </a:p>
          <a:p>
            <a:r>
              <a:rPr lang="en-US" dirty="0"/>
              <a:t> </a:t>
            </a:r>
            <a:r>
              <a:rPr lang="en-US" dirty="0" err="1"/>
              <a:t>PyTorch</a:t>
            </a:r>
            <a:r>
              <a:rPr lang="en-US" dirty="0"/>
              <a:t>-based Deep Learning Pipeline</a:t>
            </a:r>
          </a:p>
          <a:p>
            <a:r>
              <a:rPr lang="en-US" b="1" dirty="0"/>
              <a:t>Presented by:</a:t>
            </a:r>
            <a:r>
              <a:rPr lang="en-US" dirty="0"/>
              <a:t> Elina Shirazi</a:t>
            </a:r>
          </a:p>
          <a:p>
            <a:r>
              <a:rPr lang="en-US" dirty="0"/>
              <a:t>P2935918</a:t>
            </a:r>
          </a:p>
        </p:txBody>
      </p:sp>
    </p:spTree>
    <p:extLst>
      <p:ext uri="{BB962C8B-B14F-4D97-AF65-F5344CB8AC3E}">
        <p14:creationId xmlns:p14="http://schemas.microsoft.com/office/powerpoint/2010/main" val="41134416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 advClick="0">
        <p15:prstTrans prst="curtains"/>
      </p:transition>
    </mc:Choice>
    <mc:Fallback xmlns="">
      <p:transition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7B49-CE8B-4F1C-8BF6-759B0B641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22DDA-3C59-4A07-BC3C-AF7012B85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682" y="2366682"/>
            <a:ext cx="5759824" cy="496672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Objective: Classify FashionMNIST images using ANN and CNN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Frameworks: PyTorch, torchvision, sklearn, seaborn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Models: Artificial Neural Network (ANN) and Convolutional Neural Network (CNN)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Evaluation: Accuracy, Confusion Matrix, Class-wise Report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DC0AB-AFC9-40DF-ACC5-B0B306131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024" y="2291173"/>
            <a:ext cx="5339882" cy="355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109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9C11-C71A-4C6B-BC65-CA106CE6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68670-1B3F-43B4-A9A3-B4ECC07BA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55930"/>
            <a:ext cx="5114365" cy="314978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Dataset: FashionMNIST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Transformations: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Random Horizontal Flip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Random Rotation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Normalization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Split: 80% training, 20%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Loaders: Train, Validation, Test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BF599F-5C8D-40DC-96D6-AB0DC778F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2255930"/>
            <a:ext cx="5798213" cy="355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820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75F6-D3DA-4E9E-8FAC-FD31B9885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34472"/>
            <a:ext cx="9905998" cy="1485900"/>
          </a:xfrm>
        </p:spPr>
        <p:txBody>
          <a:bodyPr/>
          <a:lstStyle/>
          <a:p>
            <a:r>
              <a:rPr lang="en-US" b="1" dirty="0"/>
              <a:t>ANN Model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B760C0-0F68-4FE8-88E5-EE6B4742B1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5584" y="4280138"/>
            <a:ext cx="411031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 784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Hidden: 256 units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 10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24D5B3-6727-4718-9EE5-EAFF146B7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60" y="2184357"/>
            <a:ext cx="3371850" cy="1485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389B41-2164-48C6-B9AD-BE983FCDD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829" y="2184357"/>
            <a:ext cx="5277587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148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5BA-700E-458A-ACEF-994EC5B12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88" y="376519"/>
            <a:ext cx="9905998" cy="1210234"/>
          </a:xfrm>
        </p:spPr>
        <p:txBody>
          <a:bodyPr/>
          <a:lstStyle/>
          <a:p>
            <a:r>
              <a:rPr lang="en-US" b="1" dirty="0"/>
              <a:t>CNN Model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5D34B0-CB50-4097-A872-284F55F72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01" y="2389094"/>
            <a:ext cx="2495550" cy="1676400"/>
          </a:xfrm>
        </p:spPr>
      </p:pic>
      <p:sp>
        <p:nvSpPr>
          <p:cNvPr id="13" name="Rectangle 7">
            <a:extLst>
              <a:ext uri="{FF2B5EF4-FFF2-40B4-BE49-F238E27FC236}">
                <a16:creationId xmlns:a16="http://schemas.microsoft.com/office/drawing/2014/main" id="{43E8465D-BFAE-4EFB-A94B-CCB8E073A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1" y="433855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 1×28×28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 10 classes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BFC43-D079-4483-AF15-B0D38E496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71164"/>
            <a:ext cx="4143953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1380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9CE29-9371-4FE1-B046-961010E2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Loop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4347E1-CAAB-4069-9E50-A5DB811487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4"/>
            <a:ext cx="447584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Epochs: </a:t>
            </a:r>
            <a:r>
              <a:rPr lang="en-US" altLang="en-US" sz="3600" dirty="0">
                <a:latin typeface="Arial" panose="020B0604020202020204" pitchFamily="34" charset="0"/>
              </a:rPr>
              <a:t>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Optimizer: Adam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Scheduler: StepLR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 (Train/Val)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(Train/Val)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C8BB1E-9002-41F8-8456-D4E1CCF7E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667" y="365125"/>
            <a:ext cx="4301027" cy="2949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ACB4DD-1B22-4AD6-9101-908B11DE1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667" y="3429000"/>
            <a:ext cx="4301027" cy="316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390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E2B6F-7E5B-4EF7-AEF2-62D9ED5C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Curves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F61D8-44D0-4D4C-BE14-0B816CC6E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71" y="2236694"/>
            <a:ext cx="4379259" cy="475157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Loss vs. Epoch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Accuracy vs. Epoch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Separate plots for ANN and CNN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D5B7A-C171-413D-A9AC-FE8611A60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542" y="1044388"/>
            <a:ext cx="6392364" cy="2384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BC1FEE-DD92-4A4D-AEB7-1992D847F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133" y="3744961"/>
            <a:ext cx="6392363" cy="238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24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8F1D-03F0-41AD-BB1F-38C53C484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12" y="627529"/>
            <a:ext cx="4047565" cy="1325563"/>
          </a:xfrm>
        </p:spPr>
        <p:txBody>
          <a:bodyPr>
            <a:normAutofit/>
          </a:bodyPr>
          <a:lstStyle/>
          <a:p>
            <a:r>
              <a:rPr lang="en-US" b="1" dirty="0"/>
              <a:t>Confusion Matrix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12312-59B7-47E5-9FFA-86FFED98B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3" y="2422527"/>
            <a:ext cx="4419600" cy="430305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Visualized using seaborn heatmap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Labels: 10 FashionMNIST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Comparison: ANN vs. CNN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E015F-88D0-46D8-B18B-4D2F06534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337" y="3300250"/>
            <a:ext cx="5601616" cy="2547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2860D4-E3E0-47F5-90DB-51CC488E3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336" y="689971"/>
            <a:ext cx="5601616" cy="228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47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ADD4-D97B-42FC-BBA8-2B3CDD7D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Summary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F6769-DDB4-47C9-A2EA-2C3944DC8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38" y="2628900"/>
            <a:ext cx="10709083" cy="26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2738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50">
        <p15:prstTrans prst="curtains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49</TotalTime>
  <Words>188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Trebuchet MS</vt:lpstr>
      <vt:lpstr>Berlin</vt:lpstr>
      <vt:lpstr>Title:  Fashion MNIST Classification with ANN and CNN</vt:lpstr>
      <vt:lpstr>Project Overview </vt:lpstr>
      <vt:lpstr>Data Preprocessing </vt:lpstr>
      <vt:lpstr>ANN Model Architecture</vt:lpstr>
      <vt:lpstr>CNN Model Architecture</vt:lpstr>
      <vt:lpstr>Training Loop</vt:lpstr>
      <vt:lpstr>Training Curves </vt:lpstr>
      <vt:lpstr>Confusion Matrix </vt:lpstr>
      <vt:lpstr>Results 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 FashionMNIST Classification with ANN and CNN</dc:title>
  <dc:creator>Pakistan</dc:creator>
  <cp:lastModifiedBy>Pakistan</cp:lastModifiedBy>
  <cp:revision>7</cp:revision>
  <dcterms:created xsi:type="dcterms:W3CDTF">2025-11-03T19:15:09Z</dcterms:created>
  <dcterms:modified xsi:type="dcterms:W3CDTF">2025-11-05T12:00:58Z</dcterms:modified>
</cp:coreProperties>
</file>